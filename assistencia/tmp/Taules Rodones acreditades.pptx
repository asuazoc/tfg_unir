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media/image1.jpeg" ContentType="image/jpeg"/>
  <Override PartName="/ppt/media/image35.png" ContentType="image/png"/>
  <Override PartName="/ppt/media/image25.jpeg" ContentType="image/jpeg"/>
  <Override PartName="/ppt/media/image8.png" ContentType="image/png"/>
  <Override PartName="/ppt/media/image2.png" ContentType="image/png"/>
  <Override PartName="/ppt/media/image34.jpeg" ContentType="image/jpeg"/>
  <Override PartName="/ppt/media/image26.png" ContentType="image/png"/>
  <Override PartName="/ppt/media/image7.jpeg" ContentType="image/jpeg"/>
  <Override PartName="/ppt/media/image3.png" ContentType="image/png"/>
  <Override PartName="/ppt/media/image19.jpeg" ContentType="image/jpeg"/>
  <Override PartName="/ppt/media/image30.png" ContentType="image/png"/>
  <Override PartName="/ppt/media/image5.png" ContentType="image/png"/>
  <Override PartName="/ppt/media/image32.png" ContentType="image/png"/>
  <Override PartName="/ppt/media/image4.jpeg" ContentType="image/jpeg"/>
  <Override PartName="/ppt/media/image18.png" ContentType="image/png"/>
  <Override PartName="/ppt/media/image31.jpeg" ContentType="image/jpeg"/>
  <Override PartName="/ppt/media/image6.png" ContentType="image/png"/>
  <Override PartName="/ppt/media/image11.png" ContentType="image/png"/>
  <Override PartName="/ppt/media/image33.png" ContentType="image/png"/>
  <Override PartName="/ppt/media/image9.png" ContentType="image/png"/>
  <Override PartName="/ppt/media/image13.jpeg" ContentType="image/jpeg"/>
  <Override PartName="/ppt/media/image14.png" ContentType="image/png"/>
  <Override PartName="/ppt/media/image36.png" ContentType="image/png"/>
  <Override PartName="/ppt/media/image10.jpeg" ContentType="image/jpeg"/>
  <Override PartName="/ppt/media/image12.png" ContentType="image/png"/>
  <Override PartName="/ppt/media/image37.jpeg" ContentType="image/jpeg"/>
  <Override PartName="/ppt/media/image15.png" ContentType="image/png"/>
  <Override PartName="/ppt/media/image16.jpeg" ContentType="image/jpeg"/>
  <Override PartName="/ppt/media/image17.png" ContentType="image/png"/>
  <Override PartName="/ppt/media/image39.png" ContentType="image/png"/>
  <Override PartName="/ppt/media/image20.png" ContentType="image/png"/>
  <Override PartName="/ppt/media/image21.png" ContentType="image/png"/>
  <Override PartName="/ppt/media/image28.jpeg" ContentType="image/jpeg"/>
  <Override PartName="/ppt/media/image22.jpeg" ContentType="image/jpeg"/>
  <Override PartName="/ppt/media/image27.png" ContentType="image/png"/>
  <Override PartName="/ppt/media/image23.png" ContentType="image/png"/>
  <Override PartName="/ppt/media/image24.png" ContentType="image/png"/>
  <Override PartName="/ppt/media/image29.png" ContentType="image/png"/>
  <Override PartName="/ppt/media/image38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83D915-C2B3-4D9C-8575-A1E3CC1396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a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34319B-6FE9-4AB7-A670-49390C76C8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A7F37B-80D6-4B54-918D-822134C172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C67129-3966-4605-924B-5CE7AB1F3E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550A14-B042-4433-9230-F7D217FF2E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ca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A7909E-039A-4572-B9E8-D1E541E710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C2AE49-D6BC-446F-ADFF-900D1F083A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7AAA73-1EF5-42FB-A2A3-2A281F4076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AFE94-4A56-4C32-8F51-765112007B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AEA994-AB8A-4AE5-8A86-68B17C48A5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63CFF3-2628-494D-BA66-A070EE104F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9638D5-DE36-4561-8A1C-CFE9E46668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s-ES" sz="6000" spc="-1" strike="noStrike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b="0" lang="es-E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ca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pc="-1" strike="noStrike">
                <a:solidFill>
                  <a:srgbClr val="000000"/>
                </a:solidFill>
                <a:latin typeface="Times New Roman"/>
              </a:rPr>
              <a:t>&lt;peu de pàgina&gt;</a:t>
            </a:r>
            <a:endParaRPr b="0" lang="ca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E5BF0D-0C13-440F-A79C-99E07CEC0498}" type="slidenum">
              <a:rPr b="0" lang="es-E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ca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chemeClr val="dk1"/>
                </a:solidFill>
                <a:latin typeface="Calibri"/>
              </a:rPr>
              <a:t>Feu clic per a editar el format del text de l'esquema</a:t>
            </a:r>
            <a:endParaRPr b="0" lang="es-E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Segon nivell de l'esquema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Tercer nivell de l'esquema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Quart nivell de l'esquema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Cinquè nivell de l'esquema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Sisè nivell de l'esquema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Setè nivell de l'esquema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2" name="Imagen 2" descr="Imagen que contiene texto, mujer, señal, teléfono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2" descr="Imagen que contiene texto, mujer, señal, teléfono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7" name="Imagen 2" descr="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2" descr="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2" name="Imagen 2" descr="Texto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2"/>
          <a:stretch/>
        </p:blipFill>
        <p:spPr>
          <a:xfrm>
            <a:off x="3060000" y="9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n 2" descr="Texto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2"/>
          <a:stretch/>
        </p:blipFill>
        <p:spPr>
          <a:xfrm>
            <a:off x="3060000" y="9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7" name="Imagen 4" descr="Imagen que contiene computadora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6840000" y="486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4" descr="Imagen que contiene computadora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6840000" y="486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2" name="Imagen 2" descr="Imagen que contiene Diagrama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n 2" descr="Imagen que contiene Diagrama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7" name="Imagen 2" descr="Imagen que contiene Interfaz de usuario gráfica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n 2" descr="Imagen que contiene Interfaz de usuario gráfica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2" name="Imagen 2" descr="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360000" y="396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n 2" descr="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360000" y="396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7" name="Imagen 2" descr="Imagen que contiene interior, tabla, foto, libro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1008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2" descr="Imagen que contiene interior, tabla, foto, libro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2"/>
          <a:stretch/>
        </p:blipFill>
        <p:spPr>
          <a:xfrm>
            <a:off x="1008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2" name="Imagen 2" descr="Texto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1440000" y="414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n 2" descr="Texto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1440000" y="414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7" name="Imagen 2" descr="Interfaz de usuario gráfica&#10;&#10;Descripción generada automáticamente con confianza baja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n 2" descr="Interfaz de usuario gráfica&#10;&#10;Descripción generada automáticamente con confianza baja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2" name="Imagen 2" descr="Imagen que contiene Sitio web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n 2" descr="Imagen que contiene Sitio web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9900000" y="450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7" name="Imagen 2" descr="Perro dentro de una caja de cartón&#10;&#10;Descripción generada automáticamente con confianza baja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1080000" y="432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n 2" descr="Perro dentro de una caja de cartón&#10;&#10;Descripción generada automáticamente con confianza baja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1080000" y="432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2" name="Imagen 2" descr="Imagen que contiene foto, diferente, cuarto, pantalla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9180000" y="432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n 2" descr="Imagen que contiene foto, diferente, cuarto, pantalla&#10;&#10;Descripción generada automáticamente"/>
          <p:cNvPicPr/>
          <p:nvPr/>
        </p:nvPicPr>
        <p:blipFill>
          <a:blip r:embed="rId1"/>
          <a:srcRect l="0" t="17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9180000" y="4320000"/>
            <a:ext cx="180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DBC593C00EA64A904DB95F8A6A9A0A" ma:contentTypeVersion="20" ma:contentTypeDescription="Crear nuevo documento." ma:contentTypeScope="" ma:versionID="6de88894f37cc0af03985b3ee75f507b">
  <xsd:schema xmlns:xsd="http://www.w3.org/2001/XMLSchema" xmlns:xs="http://www.w3.org/2001/XMLSchema" xmlns:p="http://schemas.microsoft.com/office/2006/metadata/properties" xmlns:ns2="7b866256-1996-4ab0-96d9-2c0c0ed40a58" xmlns:ns3="bb5a8551-1849-47f2-907c-c82b4b99eef5" targetNamespace="http://schemas.microsoft.com/office/2006/metadata/properties" ma:root="true" ma:fieldsID="877feb6a351dd4ef4dc25d5a78e57da3" ns2:_="" ns3:_="">
    <xsd:import namespace="7b866256-1996-4ab0-96d9-2c0c0ed40a58"/>
    <xsd:import namespace="bb5a8551-1849-47f2-907c-c82b4b99ee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2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66256-1996-4ab0-96d9-2c0c0ed40a5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e8741ac0-064e-4d13-bdcf-38fe282982e0}" ma:internalName="TaxCatchAll" ma:showField="CatchAllData" ma:web="7b866256-1996-4ab0-96d9-2c0c0ed40a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5a8551-1849-47f2-907c-c82b4b99ee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24d289e7-63e8-4d5c-9fe6-7090eba21f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6BA437-F50A-4C1B-BF4A-480CE1F13A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2FF6C4-84A6-4B61-B69C-EA2FE5AF52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66256-1996-4ab0-96d9-2c0c0ed40a58"/>
    <ds:schemaRef ds:uri="bb5a8551-1849-47f2-907c-c82b4b99ee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LibreOffice/7.6.4.1$Windows_X86_64 LibreOffice_project/e19e193f88cd6c0525a17fb7a176ed8e6a3e2aa1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2024-04-08T16:08:13Z</dcterms:created>
  <dc:creator>Cristina Netto</dc:creator>
  <dc:description/>
  <dc:language>ca-ES</dc:language>
  <cp:lastModifiedBy/>
  <dcterms:modified xsi:type="dcterms:W3CDTF">2024-04-09T20:23:19Z</dcterms:modified>
  <cp:revision>7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26</vt:i4>
  </property>
</Properties>
</file>